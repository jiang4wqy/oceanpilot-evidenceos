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7a2f13430b41b5" /><Relationship Type="http://schemas.openxmlformats.org/officeDocument/2006/relationships/extended-properties" Target="/docProps/app.xml" Id="Rc681d90d99cd49e3" /><Relationship Type="http://schemas.openxmlformats.org/officeDocument/2006/relationships/officeDocument" Target="/ppt/presentation.xml" Id="Rae107c70d18944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663e88e874ab1"/>
  </p:sldMasterIdLst>
  <p:notesMasterIdLst>
    <p:notesMasterId xmlns:r="http://schemas.openxmlformats.org/officeDocument/2006/relationships" r:id="R57b7ae4fb8eb467f"/>
  </p:notesMasterIdLst>
  <p:sldIdLst>
    <p:sldId xmlns:r="http://schemas.openxmlformats.org/officeDocument/2006/relationships" id="256" r:id="Re0c0770d8a844069"/>
    <p:sldId xmlns:r="http://schemas.openxmlformats.org/officeDocument/2006/relationships" id="257" r:id="R0e88e99c8f0f4a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77d97bec2c40ec" /><Relationship Type="http://schemas.openxmlformats.org/officeDocument/2006/relationships/slideMaster" Target="/ppt/slideMasters/slideMaster1.xml" Id="R237663e88e874ab1" /><Relationship Type="http://schemas.openxmlformats.org/officeDocument/2006/relationships/notesMaster" Target="/ppt/notesMasters/notesMaster1.xml" Id="R57b7ae4fb8eb467f" /><Relationship Type="http://schemas.openxmlformats.org/officeDocument/2006/relationships/presProps" Target="/ppt/presProps.xml" Id="R0b80ffb9c749425b" /><Relationship Type="http://schemas.openxmlformats.org/officeDocument/2006/relationships/tableStyles" Target="/ppt/tableStyles.xml" Id="R7ba12fd5c43b4d97" /><Relationship Type="http://schemas.openxmlformats.org/officeDocument/2006/relationships/slide" Target="/ppt/slides/slide1.xml" Id="Re0c0770d8a844069" /><Relationship Type="http://schemas.openxmlformats.org/officeDocument/2006/relationships/slide" Target="/ppt/slides/slide2.xml" Id="R0e88e99c8f0f4a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f64478d4fc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378048d70634957" /><Relationship Type="http://schemas.openxmlformats.org/officeDocument/2006/relationships/notesMaster" Target="/ppt/notesMasters/notesMaster1.xml" Id="R1b360d3b11374f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1f33462b14bf7" /><Relationship Type="http://schemas.openxmlformats.org/officeDocument/2006/relationships/notesMaster" Target="/ppt/notesMasters/notesMaster1.xml" Id="Rf751f24858f143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0:00–0:20。C 主讲，A 不停留在幻灯片操作细节。台词：支付争议最难的不是聊天，而是让正确的人在期限内交对材料。我们从处理到一半的合成案例开始，只差签收证明。随后切飞书私聊“我还缺什么”。这是一页任务场景示意，并非已发生的客户记录。流程与数字 4/5 来自用户批准的 OceanPilot Demo 计划和当前合成规则清单。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结尾 4:10–4:55。C：OceanPilot 把争议准确推进到下一位正确的人。我们证明同一案件跨渠道连续、错误材料不能推进、关键判断由人确认。数据合成，上游 Mock，不承诺胜诉或业务效果。真实性、适用性与最终审核均由人判断。A 停留本页，B 记录实际时长。若主流程尚未真实跑通，不使用完成式台词。依据：用户批准的 Demo 计划；接口、规则与独立人工核验实现。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338f8d22684a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2dab44e3994563" /><Relationship Type="http://schemas.openxmlformats.org/officeDocument/2006/relationships/slideLayout" Target="/ppt/slideLayouts/slideLayout1.xml" Id="R265e945735a84e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65e945735a84e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0b07da25c4958" /><Relationship Type="http://schemas.openxmlformats.org/officeDocument/2006/relationships/notesSlide" Target="/ppt/notesSlides/notesSlide1.xml" Id="R17afc559a6aa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3443772054b5d" /><Relationship Type="http://schemas.openxmlformats.org/officeDocument/2006/relationships/notesSlide" Target="/ppt/notesSlides/notesSlide2.xml" Id="Rc2505ad94b534e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F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7CD25-A2D7-418C-99D8-2FBFEBCE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OceanPilot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9EAA6-13F1-496A-B99D-34B7119B7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66825"/>
            <a:ext cx="1000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一宗未收到货争议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15CCD6-1129-4582-9F28-80A24672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BFE7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BFE7DB"/>
                </a:solidFill>
                <a:latin typeface="Arial Unicode MS"/>
                <a:ea typeface="Arial Unicode MS"/>
                <a:cs typeface="Arial Unicode MS"/>
              </a:rPr>
              <a:t>商户已选择抗辩，只差一份签收证明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1C26A-983E-4E66-B34A-0A3E7EB26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商户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E7462D-1BE8-4CEF-A5E3-C5BBFE52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飞书询问缺什么</a:t>
            </a:r>
          </a:p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上传签收证明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45C46-F87B-4925-AA5C-15B14540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52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8ED7C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0">
                <a:solidFill>
                  <a:srgbClr val="8ED7C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6D105-1F7C-490E-A7E7-026D10A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476625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OceanPilot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EF3CB-2B39-4D8B-9E01-46EA7837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57650"/>
            <a:ext cx="3238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发现材料缺口</a:t>
            </a:r>
          </a:p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修订后等待人核验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5154A6-087D-4F98-B406-730B7E17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52850"/>
            <a:ext cx="66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0">
                <a:solidFill>
                  <a:srgbClr val="8ED7C2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00" b="0">
                <a:solidFill>
                  <a:srgbClr val="8ED7C2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61A8A-98B9-44FD-A42E-B860C1BD5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476625"/>
            <a:ext cx="276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OceanPayment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1E4EB1-D68C-4C51-9617-D50A7CB2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57650"/>
            <a:ext cx="2619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核对原件</a:t>
            </a:r>
          </a:p>
          <a:p xmlns:a="http://schemas.openxmlformats.org/drawingml/2006/main">
            <a:pPr>
              <a:def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0">
                <a:solidFill>
                  <a:srgbClr val="F7FAF7"/>
                </a:solidFill>
                <a:latin typeface="Arial Unicode MS"/>
                <a:ea typeface="Arial Unicode MS"/>
                <a:cs typeface="Arial Unicode MS"/>
              </a:rPr>
              <a:t>接手人工审核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BAE462-F8D7-4708-8A2B-5A539F43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626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FE7D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BFE7DB"/>
                </a:solidFill>
                <a:latin typeface="Arial Unicode MS"/>
                <a:ea typeface="Arial Unicode MS"/>
                <a:cs typeface="Arial Unicode MS"/>
              </a:rPr>
              <a:t>合成案件 / Mock 上游 / Visa 13.1 / 无真实客户数据</a:t>
            </a:r>
          </a:p>
        </p:txBody>
      </p:sp>
    </p:spTree>
    <p:extLst>
      <p:ext uri="{BB962C8B-B14F-4D97-AF65-F5344CB8AC3E}">
        <p14:creationId xmlns:p14="http://schemas.microsoft.com/office/powerpoint/2010/main" val="4267056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8432A-0812-4753-9AD8-64C0EAF2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200" b="1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rPr>
              <a:t>OceanPilot 的协作边界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172B4-CAA4-42A8-8C38-6CC9DA89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00786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650" b="1">
                <a:solidFill>
                  <a:srgbClr val="00786C"/>
                </a:solidFill>
                <a:latin typeface="Arial Unicode MS"/>
                <a:ea typeface="Arial Unicode MS"/>
                <a:cs typeface="Arial Unicode MS"/>
              </a:rPr>
              <a:t>关键决定，交给负责的人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9602F8-0870-47B6-A0E1-3DCEDFF7C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rPr>
              <a:t>同一案件跨飞书与网页同步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3A8FB9-2A28-451B-B5C1-A2C0BF7A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rPr>
              <a:t>材料缺失会阻断，修订保留旧版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1E966-1D7F-45E2-897B-3B996A21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9625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550" b="0">
                <a:solidFill>
                  <a:srgbClr val="123E3B"/>
                </a:solidFill>
                <a:latin typeface="Arial Unicode MS"/>
                <a:ea typeface="Arial Unicode MS"/>
                <a:cs typeface="Arial Unicode MS"/>
              </a:rPr>
              <a:t>人核验后再提交，终点是 OP 人工审核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145A32-F610-4022-BE2E-81D44F97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00725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F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F68"/>
                </a:solidFill>
                <a:latin typeface="Arial Unicode MS"/>
                <a:ea typeface="Arial Unicode MS"/>
                <a:cs typeface="Arial Unicode MS"/>
              </a:rPr>
              <a:t>本次使用合成数据与 Mock 上游。未演示胜诉、到账或结案。</a:t>
            </a:r>
          </a:p>
          <a:p xmlns:a="http://schemas.openxmlformats.org/drawingml/2006/main">
            <a:pPr>
              <a:defRPr sz="1800" b="0">
                <a:solidFill>
                  <a:srgbClr val="526F6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26F68"/>
                </a:solidFill>
                <a:latin typeface="Arial Unicode MS"/>
                <a:ea typeface="Arial Unicode MS"/>
                <a:cs typeface="Arial Unicode MS"/>
              </a:rPr>
              <a:t>业务效果仍需受控验证。</a:t>
            </a:r>
          </a:p>
        </p:txBody>
      </p:sp>
    </p:spTree>
    <p:extLst>
      <p:ext uri="{BB962C8B-B14F-4D97-AF65-F5344CB8AC3E}">
        <p14:creationId xmlns:p14="http://schemas.microsoft.com/office/powerpoint/2010/main" val="2301562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2026-09-14T13:42:21.8700000Z</dcterms:created>
  <dcterms:modified xsi:type="dcterms:W3CDTF">2026-09-14T13:42:21.8700000Z</dcterms:modified>
</coreProperties>
</file>